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b725ee972f417d" /><Relationship Type="http://schemas.openxmlformats.org/officeDocument/2006/relationships/extended-properties" Target="/docProps/app.xml" Id="Re3b5e14bc89b40b8" /><Relationship Type="http://schemas.openxmlformats.org/officeDocument/2006/relationships/officeDocument" Target="/ppt/presentation.xml" Id="Ra194fd0687d146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2c59e2a9e48ad"/>
  </p:sldMasterIdLst>
  <p:notesMasterIdLst>
    <p:notesMasterId xmlns:r="http://schemas.openxmlformats.org/officeDocument/2006/relationships" r:id="Rc120bf700d58465a"/>
  </p:notesMasterIdLst>
  <p:sldIdLst>
    <p:sldId xmlns:r="http://schemas.openxmlformats.org/officeDocument/2006/relationships" id="256" r:id="R80978be3072341ac"/>
    <p:sldId xmlns:r="http://schemas.openxmlformats.org/officeDocument/2006/relationships" id="257" r:id="R906babeaac674036"/>
    <p:sldId xmlns:r="http://schemas.openxmlformats.org/officeDocument/2006/relationships" id="258" r:id="R25e2ea0abe184976"/>
    <p:sldId xmlns:r="http://schemas.openxmlformats.org/officeDocument/2006/relationships" id="259" r:id="R65e117d9085646e4"/>
    <p:sldId xmlns:r="http://schemas.openxmlformats.org/officeDocument/2006/relationships" id="260" r:id="R5bbfc6c9d0464392"/>
    <p:sldId xmlns:r="http://schemas.openxmlformats.org/officeDocument/2006/relationships" id="261" r:id="Rcb1047ee217d4d17"/>
    <p:sldId xmlns:r="http://schemas.openxmlformats.org/officeDocument/2006/relationships" id="262" r:id="R61746eac770c4b1f"/>
    <p:sldId xmlns:r="http://schemas.openxmlformats.org/officeDocument/2006/relationships" id="263" r:id="R4b5fd9098e8f4b81"/>
    <p:sldId xmlns:r="http://schemas.openxmlformats.org/officeDocument/2006/relationships" id="264" r:id="Rd69222bb32a94c75"/>
    <p:sldId xmlns:r="http://schemas.openxmlformats.org/officeDocument/2006/relationships" id="265" r:id="Rfcd1ea0d606f4f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ae89d5aa04c77" /><Relationship Type="http://schemas.openxmlformats.org/officeDocument/2006/relationships/slideMaster" Target="/ppt/slideMasters/slideMaster1.xml" Id="R1252c59e2a9e48ad" /><Relationship Type="http://schemas.openxmlformats.org/officeDocument/2006/relationships/notesMaster" Target="/ppt/notesMasters/notesMaster1.xml" Id="Rc120bf700d58465a" /><Relationship Type="http://schemas.openxmlformats.org/officeDocument/2006/relationships/presProps" Target="/ppt/presProps.xml" Id="R3c784b99bcf54d3c" /><Relationship Type="http://schemas.openxmlformats.org/officeDocument/2006/relationships/tableStyles" Target="/ppt/tableStyles.xml" Id="R92ca27167f7b4cfe" /><Relationship Type="http://schemas.openxmlformats.org/officeDocument/2006/relationships/slide" Target="/ppt/slides/slide1.xml" Id="R80978be3072341ac" /><Relationship Type="http://schemas.openxmlformats.org/officeDocument/2006/relationships/slide" Target="/ppt/slides/slide2.xml" Id="R906babeaac674036" /><Relationship Type="http://schemas.openxmlformats.org/officeDocument/2006/relationships/slide" Target="/ppt/slides/slide3.xml" Id="R25e2ea0abe184976" /><Relationship Type="http://schemas.openxmlformats.org/officeDocument/2006/relationships/slide" Target="/ppt/slides/slide4.xml" Id="R65e117d9085646e4" /><Relationship Type="http://schemas.openxmlformats.org/officeDocument/2006/relationships/slide" Target="/ppt/slides/slide5.xml" Id="R5bbfc6c9d0464392" /><Relationship Type="http://schemas.openxmlformats.org/officeDocument/2006/relationships/slide" Target="/ppt/slides/slide6.xml" Id="Rcb1047ee217d4d17" /><Relationship Type="http://schemas.openxmlformats.org/officeDocument/2006/relationships/slide" Target="/ppt/slides/slide7.xml" Id="R61746eac770c4b1f" /><Relationship Type="http://schemas.openxmlformats.org/officeDocument/2006/relationships/slide" Target="/ppt/slides/slide8.xml" Id="R4b5fd9098e8f4b81" /><Relationship Type="http://schemas.openxmlformats.org/officeDocument/2006/relationships/slide" Target="/ppt/slides/slide9.xml" Id="Rd69222bb32a94c75" /><Relationship Type="http://schemas.openxmlformats.org/officeDocument/2006/relationships/slide" Target="/ppt/slides/slide10.xml" Id="Rfcd1ea0d606f4f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a665de2bc40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ff239ecec42fd" /><Relationship Type="http://schemas.openxmlformats.org/officeDocument/2006/relationships/notesMaster" Target="/ppt/notesMasters/notesMaster1.xml" Id="R71b99b0a198645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1b820fbf94c08" /><Relationship Type="http://schemas.openxmlformats.org/officeDocument/2006/relationships/notesMaster" Target="/ppt/notesMasters/notesMaster1.xml" Id="R2494383155844e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e25297d5e74d56" /><Relationship Type="http://schemas.openxmlformats.org/officeDocument/2006/relationships/notesMaster" Target="/ppt/notesMasters/notesMaster1.xml" Id="R55e4c519437c47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4451d4f92454c" /><Relationship Type="http://schemas.openxmlformats.org/officeDocument/2006/relationships/notesMaster" Target="/ppt/notesMasters/notesMaster1.xml" Id="Raef2275cd72c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8c9a71c6f4231" /><Relationship Type="http://schemas.openxmlformats.org/officeDocument/2006/relationships/notesMaster" Target="/ppt/notesMasters/notesMaster1.xml" Id="R31d1a7cfbc584e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5506934cd4c2e" /><Relationship Type="http://schemas.openxmlformats.org/officeDocument/2006/relationships/notesMaster" Target="/ppt/notesMasters/notesMaster1.xml" Id="Rc4c87ad693e3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ae9ea08e0649cd" /><Relationship Type="http://schemas.openxmlformats.org/officeDocument/2006/relationships/notesMaster" Target="/ppt/notesMasters/notesMaster1.xml" Id="Rde1b8cbf10d7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af1af8c6d84797" /><Relationship Type="http://schemas.openxmlformats.org/officeDocument/2006/relationships/notesMaster" Target="/ppt/notesMasters/notesMaster1.xml" Id="R05a045ff1d1c43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c7c80274c3497e" /><Relationship Type="http://schemas.openxmlformats.org/officeDocument/2006/relationships/notesMaster" Target="/ppt/notesMasters/notesMaster1.xml" Id="Ra64ee0a6ca7e4e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b6ab09e1934c72" /><Relationship Type="http://schemas.openxmlformats.org/officeDocument/2006/relationships/notesMaster" Target="/ppt/notesMasters/notesMaster1.xml" Id="R75ad363e0a8b48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Bom dia. Nosso projeto se chama CurrículoAI. Ele compara um currículo com uma vaga, mostra as competências compatíveis, identifica lacunas e sugere melhorias. O sistema usa uma API Web integrada a uma IA generativa.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problema escolhido é a dificuldade de interpretar uma vaga e adaptar o currículo. Muitas pessoas não sabem quais requisitos já atendem, quais evidências precisam destacar e quais competências ainda faltam. O CurrículoAI organiza essa comparação sem substituir a avaliação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usuário envia nome, currículo e descrição da vaga. A resposta inclui pontuação, resumo, pontos fortes, competências encontradas, lacunas, melhorias, dicas para entrevista e uma carta de apresentação. O projeto atende duas categorias: classificação e análise, além de geração de conteúdo.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fluxo começa com o formulário. Antes de consultar a IA, a API valida os campos. Depois, o serviço cria o prompt e solicita uma resposta em JSON. A interface mostra um indicador de carregamento e, ao final, organiza o resultado em seções legíveis.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aplicação tem três partes. O frontend usa HTML, CSS e JavaScript. A API usa FastAPI. O Pydantic valida a entrada e o formato da saída. O serviço de IA envia o prompt ao Gemini e converte a resposta em um objeto estruturado. A mesma aplicação serve o frontend e 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Nosso prompt define o papel da IA e proíbe invenções. Ele separa as instruções dos textos enviados pelo usuário para reduzir prompt injection. A análise não pode considerar dados sensíveis. Também exigimos JSON em um esquema fixo. O Pydantic rejeita respostas incompletas ou fora do formato.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Faça a demonstração ao vivo. Use o currículo fictício da Marina Silva e a vaga de backend. Mostre o indicador de carregamento. No resultado, destaque as competências compatíveis, como Python, FastAPI e SQL. Mostre também as lacunas, como Docker e AWS. Abra o Swagger rapidamente se houver tempo.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minutos e 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Agora demonstramos um caso-limite. Digite somente a palavra teste em um dos campos. A API responde com 400 e uma mensagem clara. Se o Gemini demorar ou ficar indisponível, a API responde com 503. Se o provedor bloquear por excesso de requisições, o sistema informa o rate limit sem derrubar o servidor.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chave do Gemini fica em variável de ambiente e o .gitignore impede o envio do arquivo secreto ao repositório. A API limita o tamanho dos textos, valida o JSON e possui testes automatizados. Também mostramos um aviso de que a análise é orientativa e que decisões de contratação precisam de avaliação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 minuto de encerramento + 2 minutos para perguntas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CurrículoAI resolve um problema comum com uma API simples, segura e demonstrável. O projeto integra IA generativa, devolve dados estruturados, trata erros e oferece uma interface clara. Obrigado. Agora estamos disponíveis para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bf87534b5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e3dbad8db3416f" /><Relationship Type="http://schemas.openxmlformats.org/officeDocument/2006/relationships/slideLayout" Target="/ppt/slideLayouts/slideLayout1.xml" Id="Rf20a4b8e816f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a4b8e816f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45ec0bfa4648" /><Relationship Type="http://schemas.openxmlformats.org/officeDocument/2006/relationships/notesSlide" Target="/ppt/notesSlides/notesSlide1.xml" Id="R1ea90f3c9dfa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a934dca747b9" /><Relationship Type="http://schemas.openxmlformats.org/officeDocument/2006/relationships/notesSlide" Target="/ppt/notesSlides/notesSlide2.xml" Id="Rb4fa536157fc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e6ee2c8614857" /><Relationship Type="http://schemas.openxmlformats.org/officeDocument/2006/relationships/notesSlide" Target="/ppt/notesSlides/notesSlide3.xml" Id="Rdd654b0d957a4c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2912650174576" /><Relationship Type="http://schemas.openxmlformats.org/officeDocument/2006/relationships/notesSlide" Target="/ppt/notesSlides/notesSlide4.xml" Id="Raeca9186dfb746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d9dd5277c43a0" /><Relationship Type="http://schemas.openxmlformats.org/officeDocument/2006/relationships/notesSlide" Target="/ppt/notesSlides/notesSlide5.xml" Id="Re2c38a753b5442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0ac04fc944023" /><Relationship Type="http://schemas.openxmlformats.org/officeDocument/2006/relationships/notesSlide" Target="/ppt/notesSlides/notesSlide6.xml" Id="Re5a503886b70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ef75f18894180" /><Relationship Type="http://schemas.openxmlformats.org/officeDocument/2006/relationships/image" Target="/ppt/media/image.jpeg" Id="R13f530de2bc846a9" /><Relationship Type="http://schemas.openxmlformats.org/officeDocument/2006/relationships/notesSlide" Target="/ppt/notesSlides/notesSlide7.xml" Id="R4ec3acc5e959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fd29fad094081" /><Relationship Type="http://schemas.openxmlformats.org/officeDocument/2006/relationships/notesSlide" Target="/ppt/notesSlides/notesSlide8.xml" Id="R9b71327b393241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3863be31640ed" /><Relationship Type="http://schemas.openxmlformats.org/officeDocument/2006/relationships/notesSlide" Target="/ppt/notesSlides/notesSlide9.xml" Id="Rdd4d2786852b43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d55dc7254516" /><Relationship Type="http://schemas.openxmlformats.org/officeDocument/2006/relationships/notesSlide" Target="/ppt/notesSlides/notesSlide10.xml" Id="Rb30c9231a6b04c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425BC-885D-409A-934E-460AC0C9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CURRÍCULOAI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1E123-ABE1-4561-80B0-00337F4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Compatibilidade entre</a:t>
            </a:r>
          </a:p>
          <a:p xmlns:a="http://schemas.openxmlformats.org/drawingml/2006/main">
            <a:pPr>
              <a:defRPr sz="4350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currículo e vaga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E220C-A748-4062-A533-BB2E883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9A8"/>
                </a:solidFill>
                <a:latin typeface="Arial"/>
                <a:ea typeface="Arial"/>
                <a:cs typeface="Arial"/>
              </a:rPr>
              <a:t>API Web integrada ao Gemini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AB54-3C34-450E-A17E-1FE0AEE2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FD9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FD9D3"/>
                </a:solidFill>
                <a:latin typeface="Arial"/>
                <a:ea typeface="Arial"/>
                <a:cs typeface="Arial"/>
              </a:rPr>
              <a:t>Classificação, análise e geração de conteúdo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A0CBB-E3E3-40FD-8CC3-AFBFF05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EQUIPE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90B04-D30D-49B9-B842-A02199F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Francisco Iranildo Bezerra</a:t>
            </a:r>
          </a:p>
          <a:p xmlns:a="http://schemas.openxmlformats.org/drawingml/2006/main">
            <a:pPr>
              <a:defRPr sz="120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Luiz Felipe Rodrigues</a:t>
            </a:r>
          </a:p>
          <a:p xmlns:a="http://schemas.openxmlformats.org/drawingml/2006/main">
            <a:pPr>
              <a:defRPr sz="120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Ricardo Godoy Junior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DDB4C-FFAE-4BC7-B708-83E7216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DISCIPLINA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5C0EA-A20D-45A2-B32A-0EC1DF25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0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Inteligência Artificial para Web</a:t>
            </a:r>
          </a:p>
          <a:p xmlns:a="http://schemas.openxmlformats.org/drawingml/2006/main">
            <a:pPr>
              <a:defRPr sz="120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Prof. Daniel Cavalcante de Oliveira</a:t>
            </a:r>
          </a:p>
        </p:txBody>
      </p:sp>
    </p:spTree>
    <p:extLst>
      <p:ext uri="{BB962C8B-B14F-4D97-AF65-F5344CB8AC3E}">
        <p14:creationId xmlns:p14="http://schemas.microsoft.com/office/powerpoint/2010/main" val="1165237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E0C6B-9670-41BB-99C5-EED4BFB3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BEAB-25DA-4A19-8AC8-3927EB9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7DEC2-6F3D-4881-B39A-D72CBD0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B86C3-EF95-4C6E-8C70-CAB541A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3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Candidatos leem vagas extensas e nem sempre sabem quais requisitos conseguem comprovar no currículo.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390F8-D6FC-41F5-B90F-19B4DBE9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647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A análise manual consome tempo e pode deixar passar competências importantes ou pontos que precisam ser desenvolvidos.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91688-A082-4E40-B9B4-DBD3641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Pergunta central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95ACF-BA30-4999-9CDC-FD0B68CE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Meu currículo</a:t>
            </a:r>
          </a:p>
          <a:p xmlns:a="http://schemas.openxmlformats.org/drawingml/2006/main">
            <a:pPr>
              <a:defRPr sz="31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combina com</a:t>
            </a:r>
          </a:p>
          <a:p xmlns:a="http://schemas.openxmlformats.org/drawingml/2006/main">
            <a:pPr>
              <a:defRPr sz="31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essa vaga?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3EA8E-AEF8-4332-BC95-E49E21D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3A5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E4BD-03BF-4E2D-9043-DE2E3EE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Público: estudantes e profissionais em busca de oportunidades</a:t>
            </a:r>
          </a:p>
        </p:txBody>
      </p:sp>
    </p:spTree>
    <p:extLst>
      <p:ext uri="{BB962C8B-B14F-4D97-AF65-F5344CB8AC3E}">
        <p14:creationId xmlns:p14="http://schemas.microsoft.com/office/powerpoint/2010/main" val="9029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0B72C-0FB6-4340-BDEE-7B9C2B7A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EAB73-1190-4A20-BC3D-C26CE4B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4D7FA-F4A7-4907-9D75-0DB3F5A4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28955-D6DF-47BD-939C-D91047F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 CurrículoAI transforma dois textos em uma análise estruturada e fácil de consultar.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91D07-71E4-43FF-97D7-EB2724C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CF909-0988-430B-80E3-7EDA2727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Pontuação de compatibilidade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3843E-5231-4113-A3AF-C8A0EA4D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Score de 0 a 100 com base nas evidências encontradas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6AE3E-B9B2-4B12-8059-50FDBE64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97647-3585-4E51-B9B3-7633646D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Competências e lacunas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7DC78-D019-4795-B727-E4D9186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Requisitos presentes no currículo e pontos a desenvolver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EEB3A-C372-4E60-84E4-7F06107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CB674-42AC-4BA0-838C-C58F23C1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Orientação prática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DF4ED-4D5C-4B9E-986D-FC3C0E4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Melhorias no currículo, dicas de entrevista e carta sugerida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4ACF0-9900-472C-8B24-074B198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Categorias do trabalho: Classificação / Análise e Geração de Conteúdo</a:t>
            </a:r>
          </a:p>
        </p:txBody>
      </p:sp>
    </p:spTree>
    <p:extLst>
      <p:ext uri="{BB962C8B-B14F-4D97-AF65-F5344CB8AC3E}">
        <p14:creationId xmlns:p14="http://schemas.microsoft.com/office/powerpoint/2010/main" val="1690331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A60E6-6328-476A-8ED8-3DA2372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Fluxo do usuário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C2227-09C6-47BD-9B79-F959B37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B7E8B-EC7B-47A0-A9F1-B81BECC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9B675-AA47-4783-B4BD-8710AD9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2000250" cy="2190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57E8-3B9D-4A2D-98D0-EA20E3B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32AE-5C6E-45BA-A51E-D5F6E6A9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5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Informar 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E9E6A-79E7-4B1C-AEC5-4120171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Nome, currículo e vaga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B11D5-0C46-40E3-923C-15C70E3C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14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5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A5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FBB6D-4D6A-451E-8E92-2F9D148C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2000250" cy="2190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24398-D4E5-43F8-B2E6-FD266DC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7CBF9-EFDD-4079-A810-98E1C29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2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Validar entrada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0CA06-184C-40BE-BDAC-3D70127B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14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Tamanho e campos obrigatórios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98AE2-9ED1-45F7-BBCF-0942E34D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5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A5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28AEE-75D4-479C-B220-BEF9B81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2000250" cy="2190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7251F"/>
          </a:solidFill>
          <a:ln xmlns:a="http://schemas.openxmlformats.org/drawingml/2006/main" w="9525">
            <a:solidFill>
              <a:srgbClr val="1725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57B83-46EC-418F-9E31-01FCEFF1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3F9F2-F6ED-482C-BC5E-DD855DE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7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Analisar com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F3B6C-8594-44B1-AD2D-F65F2D75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14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D9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9D3"/>
                </a:solidFill>
                <a:latin typeface="Arial"/>
                <a:ea typeface="Arial"/>
                <a:cs typeface="Arial"/>
              </a:rPr>
              <a:t>Prompt seguro e resposta em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0E6C5-D1EA-404A-9EC3-D743860D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14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5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A5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69004-EA1E-4285-8FF2-1A99D621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000250" cy="2190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7C928-8EA1-488C-8DBA-DFD40B16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AEC0A-4553-4022-BFF7-8651DE7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3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Exibir 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0849F-47A5-43A1-A174-1257388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Score e recomendações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AE383-CA86-4ABB-BB3F-809B8A3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 usuário recebe feedback de carregamento enquanto a API aguarda a IA.</a:t>
            </a:r>
          </a:p>
        </p:txBody>
      </p:sp>
    </p:spTree>
    <p:extLst>
      <p:ext uri="{BB962C8B-B14F-4D97-AF65-F5344CB8AC3E}">
        <p14:creationId xmlns:p14="http://schemas.microsoft.com/office/powerpoint/2010/main" val="1054769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EED5A-C315-4306-A42B-F8592AC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Arquitetura da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3D0E-76D8-48A2-A8FD-B6CF4A4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9B7D8-AD80-4617-8279-FA907DC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740B-A6D4-44AC-A57A-84B64B88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A6FEE-1CC0-4E71-BD60-799FC05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84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HTML, CSS e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8CA2-44F1-4388-877E-4CABA81A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Formulário, loading e resultado formatado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C1F1C-0830-4CBD-8262-D20876A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3A5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A5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3FAF-008D-41AC-811C-3C71B14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API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E9573-B760-442C-9909-986FB54D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4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FastAPI e Pydantic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9ABBF-9579-4E7D-B2CD-DBD8098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Rotas, validação e códigos HTTP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F26C3-1624-43AB-A981-521AD802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3A5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A55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BF253-516B-42FB-AC38-3DC1CA1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SERVIÇO DE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E46C9-D618-4ADC-B45F-3CF3222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Gemini 3.6 Flash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3E578-B5DC-414C-8D8F-DC95E45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Prompt, JSON e tratamento de falhas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6829E-4C1C-46E0-9501-CEEE8E53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C04D1-79F2-409C-A366-A74FEC1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POST /api/analyze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55DD7-D520-464B-B88A-5C451DB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Entrada validada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0EA40-B8BF-47F7-91A1-F8FD73A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AnalysisResponse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5A356-4269-409F-8FD9-21C2B883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A mesma aplicação FastAPI entrega a interface e a API, reduzindo a complexidade da demonstração.</a:t>
            </a:r>
          </a:p>
        </p:txBody>
      </p:sp>
    </p:spTree>
    <p:extLst>
      <p:ext uri="{BB962C8B-B14F-4D97-AF65-F5344CB8AC3E}">
        <p14:creationId xmlns:p14="http://schemas.microsoft.com/office/powerpoint/2010/main" val="1776870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52FEE-1A07-409B-9F35-E4DC0D44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Engenharia de 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4FBF-55A3-48CE-8B99-82F5CC7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3B8A8-523F-4EFB-ACC3-927E0A0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5959A-65B6-4170-A2FA-992E9E7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 prompt limita o comportamento da IA e reduz respostas inventadas.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56C9-1105-4CB2-B5B3-374FF2BA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BFF0B-806E-4512-BF8A-004B238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Dados, não comandos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A8D7-D698-4408-BC35-49ED5EBD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Currículo e vaga ficam entre marcadores e não podem alterar as regras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68B81-4A74-499A-A194-E6B06AB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D34D4-9102-41C5-8AE1-861CC1D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Sem invenções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E7CD5-664E-4FFF-A1E3-B4DD2C3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A IA usa apenas experiências e competências presentes no currículo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19E14-A489-4B07-A4D5-FD544CF4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5B2BF-86F4-409E-850A-CE4D22C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Avaliação imparcial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6D0A0-D9D5-4141-A0FF-2FE0A3B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Atributos sensíveis não entram na pontuação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2EFBC-3C8B-4E26-A8A2-38CBF4CE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DB890-2FCB-442B-BCCF-5D71C87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JSON obrigatório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A999-1C27-4A78-856A-31410F9F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A resposta segue um esquema fixo, validado pelo Pydantic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3561E-1ACB-44CD-B79E-3AFD57F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47CC9-1663-4145-96B0-F4EEE9EE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Baixa variação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CFE95-ABCF-43DC-886B-27035CC9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Temperatura 0,2 mantém a análise mais consistente</a:t>
            </a:r>
          </a:p>
        </p:txBody>
      </p:sp>
    </p:spTree>
    <p:extLst>
      <p:ext uri="{BB962C8B-B14F-4D97-AF65-F5344CB8AC3E}">
        <p14:creationId xmlns:p14="http://schemas.microsoft.com/office/powerpoint/2010/main" val="209648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F4E28-0D7F-421D-8D1B-3E1168C2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27CC2-F150-4FA5-8FB8-B059471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0C7A1-78A0-434A-9D33-C42DE3C8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530de2bc846a9"/>
          <a:stretch xmlns:a="http://schemas.openxmlformats.org/drawingml/2006/main"/>
        </p:blipFill>
        <p:spPr>
          <a:xfrm xmlns:a="http://schemas.openxmlformats.org/drawingml/2006/main">
            <a:off x="1909636" y="1295400"/>
            <a:ext cx="4486527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14B6D-3FC2-4676-87E3-05A925C9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85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ROTEIRO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0C651-FE13-471F-AF4A-3558714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181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1. Colar currículo fictício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2. Colar a descrição da vaga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3. Clicar em Analisar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4. Explicar score e evidências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5. Mostrar lacunas e melhorias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C302B-C8C0-45F7-9013-86B7ED70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Tempo reservado: 5 minutos</a:t>
            </a:r>
          </a:p>
        </p:txBody>
      </p:sp>
    </p:spTree>
    <p:extLst>
      <p:ext uri="{BB962C8B-B14F-4D97-AF65-F5344CB8AC3E}">
        <p14:creationId xmlns:p14="http://schemas.microsoft.com/office/powerpoint/2010/main" val="1182228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15A86-7DB5-47EC-9B3C-9F45880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Erros e casos-limite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19AD5-C831-4223-AB5E-02483E29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78531-490F-4FF4-8954-95251AF0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9481F-5B67-4E2B-81AF-A8ADD75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6404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64040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9AF9A-98F4-4316-9175-767D331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Entrada inválida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07F77-5978-42F7-A190-3CBFD17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Campos vazios, textos curtos ou acima do limite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0C38A-D9E9-4F0F-9A59-CCF72A1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57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Mensagem com o campo que precisa ser corrigido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6D784-DB48-4818-897B-721C48D9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0D9A4-0034-45AC-B6C0-9C7B2EB4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8872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88728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777B-68EB-4E80-A1FA-A15AA909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9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IA indisponível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CFD08-76F2-41CD-9CBA-A79BBEBD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9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Timeout, falha de rede ou serviço fora do 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B9B15-6B38-4640-BD29-A0094A9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99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Erro legível e servidor continua funcionando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EB054-E62F-46ED-88B1-0E5C7B5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1B2B5-FB0B-45D2-9241-76321E0C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429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47F88-FE41-4391-9BD3-98014AA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Limite do provedor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A974A-58A5-4871-AFFA-450F517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24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Muitas solicitações em pouco tempo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618FE-D74D-403F-B4A6-0150D5A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24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Orientação para aguardar e tentar novamente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80D4D-64D3-41DC-9F0A-1318B144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Teste ao vivo: enviar “teste” em um campo de texto para provocar o erro 400.</a:t>
            </a:r>
          </a:p>
        </p:txBody>
      </p:sp>
    </p:spTree>
    <p:extLst>
      <p:ext uri="{BB962C8B-B14F-4D97-AF65-F5344CB8AC3E}">
        <p14:creationId xmlns:p14="http://schemas.microsoft.com/office/powerpoint/2010/main" val="1669993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DF065-B718-4A2C-A05D-0B65222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Segurança 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CB7E0-C6A4-45C6-A7E9-02683B1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74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66903-7043-411C-8355-D93D63D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6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84AD6-A917-4995-84EF-6BABFC0B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Chave protegida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B6010-5F3D-418E-AE7B-764D6EB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GEMINI_API_KEY fica no arquivo .env, que não entra no repositório.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1DF34-171E-4815-9554-B6304AE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Validação de 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6B237-B3B5-4A26-A0FC-90D1B97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Limites impedem campos vazios e requisições grandes demais.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83147-FC5A-4795-A1A5-E8F989B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Resposta confiável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60AB2-ADCE-4F4D-AC15-1627FD8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O JSON passa por validação antes de chegar ao usuário.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3D8FD-8EB0-4141-9A9A-ADD98D6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Testes automatizados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A2CF8-56F7-4D3A-9423-865192B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4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46C"/>
                </a:solidFill>
                <a:latin typeface="Arial"/>
                <a:ea typeface="Arial"/>
                <a:cs typeface="Arial"/>
              </a:rPr>
              <a:t>Saúde da API, entrada inválida e análise em modo demo foram testadas.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62F32-D961-40F6-A9CA-56544CFB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Decisões de contratação sempre precisam de avaliação humana.</a:t>
            </a:r>
          </a:p>
        </p:txBody>
      </p:sp>
    </p:spTree>
    <p:extLst>
      <p:ext uri="{BB962C8B-B14F-4D97-AF65-F5344CB8AC3E}">
        <p14:creationId xmlns:p14="http://schemas.microsoft.com/office/powerpoint/2010/main" val="1605443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6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A479A-6338-4656-96C8-BB9A7DE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CURRÍCULOAI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A000B-650C-4E97-A3A8-CFF8571E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Uma análise clara,</a:t>
            </a:r>
          </a:p>
          <a:p xmlns:a="http://schemas.openxmlformats.org/drawingml/2006/main">
            <a:pPr>
              <a:defRPr sz="3750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com evidências do currículo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A43F6-D369-4EFC-8622-A755BFA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API Web funcional</a:t>
            </a:r>
          </a:p>
          <a:p xmlns:a="http://schemas.openxmlformats.org/drawingml/2006/main">
            <a:pPr>
              <a:defRPr sz="165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Integração com IA generativa</a:t>
            </a:r>
          </a:p>
          <a:p xmlns:a="http://schemas.openxmlformats.org/drawingml/2006/main">
            <a:pPr>
              <a:defRPr sz="165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Validação e tratamento de erros</a:t>
            </a:r>
          </a:p>
          <a:p xmlns:a="http://schemas.openxmlformats.org/drawingml/2006/main">
            <a:pPr>
              <a:defRPr sz="1650" b="0">
                <a:solidFill>
                  <a:srgbClr val="E6EE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E9"/>
                </a:solidFill>
                <a:latin typeface="Arial"/>
                <a:ea typeface="Arial"/>
                <a:cs typeface="Arial"/>
              </a:rPr>
              <a:t>Interface pronta para 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7AEB8-4BE2-4950-A1DA-8031F28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CE9A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CE9A8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1917167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2026-10-01T13:12:41.9220000Z</dcterms:created>
  <dcterms:modified xsi:type="dcterms:W3CDTF">2026-10-01T13:12:41.9220000Z</dcterms:modified>
</coreProperties>
</file>